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1E4BAA"/>
                </a:solidFill>
              </a:defRPr>
            </a:pPr>
            <a:r>
              <a:t>AI in Nuclear Power Plants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CSIT 100 • Webography Project Presentation</a:t>
            </a:r>
          </a:p>
          <a:p>
            <a:r>
              <a:t>By Marc Zborovsky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Overview of AI in Nuclear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AI = systems that analyze data and make informed predictions/actions.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Nuclear plants generate huge amounts of sensor data every second.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AI helps detect problems earlier, manage data, and improve decision-making.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Three key focuses: predictive maintenance, cybersecurity, and operational efficiency.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Why Nuclear Plants Use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Traditional monitoring relies on human operators + analog equipment.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AI identifies subtle changes humans often miss.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Supports safety: early alerts prevent equipment failures.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Improves efficiency by optimizing fuel use and thermal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Predictive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AI monitors temperature, pressure, vibration, radiation, pump behavior.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Machine learning detects hidden patterns → early warnings.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Prevents major failures in reactor coolant systems and diesel generators.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Extends lifespan of aging plant components and cuts maintenance costs.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Idaho National Laboratory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INL studies how AI digitizes older analog reactor systems.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AI models detect behavior that indicates degradation or malfunction.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Robotic inspection systems: AI helps interpret video and instrument readings.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Goal: enhance operator awareness and prevent incidents before they escalate.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Regulation &amp; Cybersecurity (NRC Perspective)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NRC must ensure AI aligns with principles: safety, openness, reliability.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Regulators evaluate whether AI decisions are explainable and trustworthy.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Cybersecurity threats increase as more systems become digital.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Workshops and research aim to create safe AI guidelines for U.S. reactors.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AI Security Risks &amp; Supply Chain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AI models can be manipulated: data poisoning, spoofed sensor inputs.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Supply chain vulnerabilities introduce risk into nuclear operations.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AI may produce recommendations that are unsafe if not monitored.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International cooperation needed for secure deployment of nuclear AI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Operational Efficiency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Digital twins = virtual versions of reactors for testing + simulation.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AI optimizes reactor core fuel arrangements and burnup cycles.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Provides improved thermal-hydraulic monitoring and visualization.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Enhances situational awareness during real-time operation and emergencies.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Scientific Review Findings (Research)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AI models outperform humans in speed and accuracy of data processing.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Machine learning predicts faults, schedules maintenance, reduces error.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Neural networks allow faster accident modeling than traditional methods.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Academic studies show major efficiency gains across nuclear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4BAA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400">
                <a:solidFill>
                  <a:srgbClr val="232323"/>
                </a:solidFill>
              </a:defRPr>
            </a:pPr>
            <a:r>
              <a:t>• AI improves nuclear plant safety, performance, and reliability.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It will play a major role in next-gen small modular reactors (SMRs).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AI supports humans: operators remain essential for oversight.</a:t>
            </a:r>
          </a:p>
          <a:p>
            <a:pPr lvl="1">
              <a:defRPr sz="2400">
                <a:solidFill>
                  <a:srgbClr val="232323"/>
                </a:solidFill>
              </a:defRPr>
            </a:pPr>
            <a:r>
              <a:t>• Safe AI integration requires cybersecurity, regulation, and human involvement.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F0F0"/>
          </a:solidFill>
          <a:ln>
            <a:solidFill>
              <a:srgbClr val="1E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